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DFFE8-2B62-43EF-A95F-FAD843A2C6F2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B072F2-DEBA-41E6-9D5C-207713B9F2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072F2-DEBA-41E6-9D5C-207713B9F2E4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44D5-1637-49B1-ACA2-CC229176E3EC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D0B6-887A-446C-86FF-3CD6A3E396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44D5-1637-49B1-ACA2-CC229176E3EC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D0B6-887A-446C-86FF-3CD6A3E396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44D5-1637-49B1-ACA2-CC229176E3EC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D0B6-887A-446C-86FF-3CD6A3E396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44D5-1637-49B1-ACA2-CC229176E3EC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D0B6-887A-446C-86FF-3CD6A3E396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44D5-1637-49B1-ACA2-CC229176E3EC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D0B6-887A-446C-86FF-3CD6A3E396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44D5-1637-49B1-ACA2-CC229176E3EC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D0B6-887A-446C-86FF-3CD6A3E396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44D5-1637-49B1-ACA2-CC229176E3EC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D0B6-887A-446C-86FF-3CD6A3E396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44D5-1637-49B1-ACA2-CC229176E3EC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D0B6-887A-446C-86FF-3CD6A3E396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44D5-1637-49B1-ACA2-CC229176E3EC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D0B6-887A-446C-86FF-3CD6A3E396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44D5-1637-49B1-ACA2-CC229176E3EC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D0B6-887A-446C-86FF-3CD6A3E396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44D5-1637-49B1-ACA2-CC229176E3EC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D0B6-887A-446C-86FF-3CD6A3E396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244D5-1637-49B1-ACA2-CC229176E3EC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FD0B6-887A-446C-86FF-3CD6A3E3968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68808"/>
          </a:xfrm>
        </p:spPr>
        <p:txBody>
          <a:bodyPr>
            <a:normAutofit/>
          </a:bodyPr>
          <a:lstStyle/>
          <a:p>
            <a:r>
              <a:rPr lang="en-IN" sz="6600" dirty="0" smtClean="0"/>
              <a:t>Working With Git -1 </a:t>
            </a:r>
            <a:endParaRPr lang="en-US" sz="6600" dirty="0"/>
          </a:p>
        </p:txBody>
      </p:sp>
      <p:sp>
        <p:nvSpPr>
          <p:cNvPr id="1026" name="AutoShape 2" descr="File:Git format.png - Wikimedia Comm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Communication with Remote Repository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429264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For authorized communication between remote  repository and  local repository, it’s required to add public key of local computer/machine to remote server. </a:t>
            </a:r>
          </a:p>
          <a:p>
            <a:r>
              <a:rPr lang="en-IN" dirty="0" smtClean="0"/>
              <a:t>For this we need to generate public key </a:t>
            </a:r>
          </a:p>
          <a:p>
            <a:r>
              <a:rPr lang="en-IN" dirty="0" smtClean="0"/>
              <a:t>We can generate such key using command from command prompt  </a:t>
            </a:r>
          </a:p>
          <a:p>
            <a:pPr>
              <a:buNone/>
            </a:pPr>
            <a:r>
              <a:rPr lang="en-IN" b="1" dirty="0" smtClean="0"/>
              <a:t>	</a:t>
            </a:r>
            <a:r>
              <a:rPr lang="en-IN" b="1" dirty="0" err="1" smtClean="0"/>
              <a:t>ssh-keygen</a:t>
            </a:r>
            <a:r>
              <a:rPr lang="en-IN" b="1" dirty="0" smtClean="0"/>
              <a:t> </a:t>
            </a:r>
          </a:p>
          <a:p>
            <a:pPr>
              <a:buNone/>
            </a:pPr>
            <a:r>
              <a:rPr lang="en-IN" dirty="0" smtClean="0"/>
              <a:t>	and enter our desired name with it, once prompt to enter, we can enter passphrase as it’s optional, for more security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411807"/>
          </a:xfrm>
        </p:spPr>
        <p:txBody>
          <a:bodyPr/>
          <a:lstStyle/>
          <a:p>
            <a:r>
              <a:rPr lang="en-IN" dirty="0" smtClean="0"/>
              <a:t>Once run command </a:t>
            </a:r>
          </a:p>
          <a:p>
            <a:endParaRPr lang="en-US" dirty="0"/>
          </a:p>
        </p:txBody>
      </p:sp>
      <p:pic>
        <p:nvPicPr>
          <p:cNvPr id="4" name="Picture 3" descr="ssh-key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096"/>
            <a:ext cx="9144000" cy="57738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768997"/>
          </a:xfrm>
        </p:spPr>
        <p:txBody>
          <a:bodyPr/>
          <a:lstStyle/>
          <a:p>
            <a:r>
              <a:rPr lang="en-IN" dirty="0" smtClean="0"/>
              <a:t>These keys would generates </a:t>
            </a:r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r>
              <a:rPr lang="en-IN" dirty="0" smtClean="0"/>
              <a:t>We will open file with extension .pub with a text editor and copy it’s content</a:t>
            </a:r>
            <a:endParaRPr lang="en-US" dirty="0"/>
          </a:p>
        </p:txBody>
      </p:sp>
      <p:pic>
        <p:nvPicPr>
          <p:cNvPr id="4" name="Picture 3" descr="ke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38" y="1214422"/>
            <a:ext cx="3229426" cy="1867161"/>
          </a:xfrm>
          <a:prstGeom prst="rect">
            <a:avLst/>
          </a:prstGeom>
        </p:spPr>
      </p:pic>
      <p:pic>
        <p:nvPicPr>
          <p:cNvPr id="5" name="Picture 4" descr="content_ke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57694"/>
            <a:ext cx="9144000" cy="27695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/>
          <a:lstStyle/>
          <a:p>
            <a:endParaRPr lang="en-IN" dirty="0" smtClean="0"/>
          </a:p>
          <a:p>
            <a:endParaRPr lang="en-IN" dirty="0"/>
          </a:p>
          <a:p>
            <a:r>
              <a:rPr lang="en-IN" dirty="0" smtClean="0"/>
              <a:t>Depend upon git repository host, there will be need to add in “</a:t>
            </a:r>
            <a:r>
              <a:rPr lang="en-IN" b="1" dirty="0" smtClean="0"/>
              <a:t>SSH Keys</a:t>
            </a:r>
            <a:r>
              <a:rPr lang="en-IN" dirty="0" smtClean="0"/>
              <a:t>” under git repository owner’s profile.</a:t>
            </a:r>
          </a:p>
          <a:p>
            <a:r>
              <a:rPr lang="en-IN" dirty="0" smtClean="0"/>
              <a:t>For example in </a:t>
            </a:r>
            <a:r>
              <a:rPr lang="en-IN" b="1" dirty="0" smtClean="0"/>
              <a:t>github.com, </a:t>
            </a:r>
            <a:r>
              <a:rPr lang="en-IN" dirty="0" smtClean="0"/>
              <a:t>in </a:t>
            </a:r>
            <a:r>
              <a:rPr lang="en-IN" dirty="0" err="1" smtClean="0"/>
              <a:t>github</a:t>
            </a:r>
            <a:r>
              <a:rPr lang="en-IN" dirty="0" smtClean="0"/>
              <a:t> user’s profile section there is option to add </a:t>
            </a:r>
            <a:r>
              <a:rPr lang="en-IN" b="1" dirty="0" smtClean="0"/>
              <a:t>SSH-key and GPG keys </a:t>
            </a:r>
            <a:r>
              <a:rPr lang="en-IN" dirty="0" smtClean="0"/>
              <a:t> under </a:t>
            </a:r>
            <a:r>
              <a:rPr lang="en-IN" b="1" dirty="0" smtClean="0"/>
              <a:t>settings </a:t>
            </a:r>
            <a:r>
              <a:rPr lang="en-IN" dirty="0" smtClean="0"/>
              <a:t>option.</a:t>
            </a:r>
          </a:p>
          <a:p>
            <a:endParaRPr lang="en-IN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626121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add-s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0" y="215413"/>
            <a:ext cx="2714644" cy="6642587"/>
          </a:xfrm>
          <a:prstGeom prst="rect">
            <a:avLst/>
          </a:prstGeom>
        </p:spPr>
      </p:pic>
      <p:pic>
        <p:nvPicPr>
          <p:cNvPr id="5" name="Picture 4" descr="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48" y="357166"/>
            <a:ext cx="2714644" cy="6362447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4143372" y="2714620"/>
            <a:ext cx="714380" cy="10715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dd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42918"/>
            <a:ext cx="9059023" cy="4500594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dd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82" y="1401383"/>
            <a:ext cx="8174821" cy="5456617"/>
          </a:xfrm>
        </p:spPr>
      </p:pic>
      <p:sp>
        <p:nvSpPr>
          <p:cNvPr id="5" name="TextBox 4"/>
          <p:cNvSpPr txBox="1"/>
          <p:nvPr/>
        </p:nvSpPr>
        <p:spPr>
          <a:xfrm>
            <a:off x="571472" y="214290"/>
            <a:ext cx="75724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Add Title of key , paste content, copied from .pub file in “Key” Section. And Click on </a:t>
            </a:r>
            <a:r>
              <a:rPr lang="en-IN" sz="3200" b="1" dirty="0" smtClean="0"/>
              <a:t>Add SSH Key</a:t>
            </a:r>
            <a:r>
              <a:rPr lang="en-IN" sz="3200" dirty="0" smtClean="0"/>
              <a:t> Button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0" i="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GUI of </a:t>
            </a:r>
            <a:r>
              <a:rPr lang="en-US" sz="4400" b="0" i="0" kern="120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git</a:t>
            </a:r>
            <a:r>
              <a:rPr lang="en-US" sz="4400" b="0" i="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with Microsoft Visual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There is an extension can be install in IDEs like Microsoft Code/ </a:t>
            </a:r>
            <a:r>
              <a:rPr lang="en-IN" dirty="0" err="1" smtClean="0"/>
              <a:t>Netbeans</a:t>
            </a:r>
            <a:r>
              <a:rPr lang="en-IN" dirty="0" smtClean="0"/>
              <a:t> to work on git </a:t>
            </a:r>
          </a:p>
          <a:p>
            <a:endParaRPr lang="en-US" dirty="0"/>
          </a:p>
        </p:txBody>
      </p:sp>
      <p:pic>
        <p:nvPicPr>
          <p:cNvPr id="5" name="Picture 4" descr="vs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62" y="2714620"/>
            <a:ext cx="2600631" cy="36899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0" i="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to 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Changes made in files will be shown under git panel </a:t>
            </a:r>
            <a:br>
              <a:rPr lang="en-IN" dirty="0" smtClean="0"/>
            </a:br>
            <a:endParaRPr lang="en-US" dirty="0"/>
          </a:p>
        </p:txBody>
      </p:sp>
      <p:pic>
        <p:nvPicPr>
          <p:cNvPr id="4" name="Picture 3" descr="vscode_chan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86" y="2714620"/>
            <a:ext cx="3191321" cy="32103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0" i="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General issues during work on </a:t>
            </a:r>
            <a:r>
              <a:rPr lang="en-US" sz="4400" b="0" i="0" kern="120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186766" cy="557214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Un-stage files/directories from Index</a:t>
            </a:r>
          </a:p>
          <a:p>
            <a:r>
              <a:rPr lang="en-US" dirty="0" smtClean="0"/>
              <a:t>Edit the last committed message</a:t>
            </a:r>
          </a:p>
          <a:p>
            <a:r>
              <a:rPr lang="en-US" dirty="0" smtClean="0"/>
              <a:t>Forgot some changes in the last commit</a:t>
            </a:r>
          </a:p>
          <a:p>
            <a:r>
              <a:rPr lang="en-US" dirty="0" smtClean="0"/>
              <a:t>Discard local changes</a:t>
            </a:r>
          </a:p>
          <a:p>
            <a:r>
              <a:rPr lang="en-US" dirty="0" smtClean="0"/>
              <a:t>Committed personal data to the local repository</a:t>
            </a:r>
          </a:p>
          <a:p>
            <a:r>
              <a:rPr lang="en-US" dirty="0" smtClean="0"/>
              <a:t>Replaced the latest commit with a new commit</a:t>
            </a:r>
          </a:p>
          <a:p>
            <a:r>
              <a:rPr lang="en-US" dirty="0" smtClean="0"/>
              <a:t>Committed the wrong data</a:t>
            </a:r>
          </a:p>
          <a:p>
            <a:r>
              <a:rPr lang="en-US" dirty="0" smtClean="0"/>
              <a:t>Get back to my old project state</a:t>
            </a:r>
          </a:p>
          <a:p>
            <a:r>
              <a:rPr lang="en-US" dirty="0" smtClean="0"/>
              <a:t>Recover a deleted local branch</a:t>
            </a:r>
          </a:p>
          <a:p>
            <a:r>
              <a:rPr lang="en-US" dirty="0" smtClean="0"/>
              <a:t>Undo changes done in a commit</a:t>
            </a:r>
          </a:p>
          <a:p>
            <a:r>
              <a:rPr lang="en-US" dirty="0" smtClean="0"/>
              <a:t>Gave a wrong name to my branch</a:t>
            </a:r>
          </a:p>
          <a:p>
            <a:r>
              <a:rPr lang="en-US" dirty="0" smtClean="0"/>
              <a:t>Want to re-arrange history logs before pushing to remote</a:t>
            </a:r>
          </a:p>
          <a:p>
            <a:r>
              <a:rPr lang="en-US" dirty="0" smtClean="0"/>
              <a:t>Committed unrelated changes into a single commit</a:t>
            </a:r>
          </a:p>
          <a:p>
            <a:r>
              <a:rPr lang="en-US" dirty="0" smtClean="0"/>
              <a:t>Change author-email in all commits on all branches</a:t>
            </a:r>
          </a:p>
          <a:p>
            <a:r>
              <a:rPr lang="en-US" dirty="0" smtClean="0"/>
              <a:t>Lost and found files</a:t>
            </a:r>
          </a:p>
          <a:p>
            <a:r>
              <a:rPr lang="en-US" dirty="0" smtClean="0"/>
              <a:t>Forgot which branch has my commit-id</a:t>
            </a:r>
          </a:p>
          <a:p>
            <a:r>
              <a:rPr lang="en-US" dirty="0" smtClean="0"/>
              <a:t>Delete a commit from history</a:t>
            </a:r>
          </a:p>
          <a:p>
            <a:r>
              <a:rPr lang="en-US" dirty="0" smtClean="0"/>
              <a:t>Pushed a wrong branch to the remote</a:t>
            </a:r>
            <a:endParaRPr lang="en-IN" dirty="0" smtClean="0"/>
          </a:p>
          <a:p>
            <a:endParaRPr lang="en-IN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0" i="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Policies to use </a:t>
            </a:r>
            <a:r>
              <a:rPr lang="en-US" sz="4400" b="0" i="0" kern="120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Git</a:t>
            </a:r>
            <a:r>
              <a:rPr lang="en-US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dirty="0" smtClean="0"/>
              <a:t>Internal Polices are helpful required to get maximum benefit of it for the organization </a:t>
            </a:r>
          </a:p>
          <a:p>
            <a:pPr>
              <a:buNone/>
            </a:pPr>
            <a:r>
              <a:rPr lang="en-IN" dirty="0" smtClean="0"/>
              <a:t>Some of good practices are as follows. </a:t>
            </a:r>
          </a:p>
          <a:p>
            <a:pPr>
              <a:buNone/>
            </a:pPr>
            <a:endParaRPr lang="en-IN" dirty="0" smtClean="0"/>
          </a:p>
          <a:p>
            <a:pPr marL="514350" indent="-514350">
              <a:buAutoNum type="arabicParenR"/>
            </a:pPr>
            <a:r>
              <a:rPr lang="en-IN" dirty="0" smtClean="0"/>
              <a:t>For each module/new function work should be assign by Team Lead</a:t>
            </a:r>
          </a:p>
          <a:p>
            <a:pPr marL="514350" indent="-514350">
              <a:buAutoNum type="arabicParenR"/>
            </a:pPr>
            <a:r>
              <a:rPr lang="en-IN" dirty="0" smtClean="0"/>
              <a:t>To work on common file must have rule to keep work in separate branch</a:t>
            </a:r>
          </a:p>
          <a:p>
            <a:pPr>
              <a:buNone/>
            </a:pPr>
            <a:r>
              <a:rPr lang="en-IN" dirty="0" smtClean="0"/>
              <a:t>3) For integration, one point of contact should in touch with team for final deployment</a:t>
            </a:r>
          </a:p>
          <a:p>
            <a:pPr>
              <a:buNone/>
            </a:pPr>
            <a:r>
              <a:rPr lang="en-IN" dirty="0" smtClean="0"/>
              <a:t>4) Deployment policies should be followed for each level of deployment </a:t>
            </a:r>
            <a:r>
              <a:rPr lang="en-IN" dirty="0" err="1" smtClean="0"/>
              <a:t>i.e</a:t>
            </a:r>
            <a:r>
              <a:rPr lang="en-IN" dirty="0" smtClean="0"/>
              <a:t> testing, staging and production    </a:t>
            </a:r>
          </a:p>
          <a:p>
            <a:pPr>
              <a:buNone/>
            </a:pPr>
            <a:r>
              <a:rPr lang="en-IN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386</Words>
  <Application>Microsoft Office PowerPoint</Application>
  <PresentationFormat>On-screen Show (4:3)</PresentationFormat>
  <Paragraphs>52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Working With Git -1 </vt:lpstr>
      <vt:lpstr>Communication with Remote Repository</vt:lpstr>
      <vt:lpstr>Slide 3</vt:lpstr>
      <vt:lpstr>Slide 4</vt:lpstr>
      <vt:lpstr>Slide 5</vt:lpstr>
      <vt:lpstr>Slide 6</vt:lpstr>
      <vt:lpstr>Slide 7</vt:lpstr>
      <vt:lpstr>Slide 8</vt:lpstr>
      <vt:lpstr>GUI of git with Microsoft Visual Code</vt:lpstr>
      <vt:lpstr>Example to use</vt:lpstr>
      <vt:lpstr>General issues during work on git</vt:lpstr>
      <vt:lpstr>Policies to use Git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</dc:title>
  <dc:creator>Windows User</dc:creator>
  <cp:lastModifiedBy>Ankit</cp:lastModifiedBy>
  <cp:revision>35</cp:revision>
  <dcterms:created xsi:type="dcterms:W3CDTF">2022-12-05T03:04:31Z</dcterms:created>
  <dcterms:modified xsi:type="dcterms:W3CDTF">2024-08-13T06:35:18Z</dcterms:modified>
</cp:coreProperties>
</file>